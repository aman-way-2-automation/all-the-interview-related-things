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Object-Oriented Programming (OOPs) Concepts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Including keywords, concepts,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Object-Oriented Programming (OOPs) in Java is a programming paradigm that uses objects to model real-world entities.</a:t>
            </a:r>
          </a:p>
          <a:p>
            <a:r>
              <a:t>Main goals:</a:t>
            </a:r>
          </a:p>
          <a:p>
            <a:r>
              <a:t>- Reusability</a:t>
            </a:r>
          </a:p>
          <a:p>
            <a:r>
              <a:t>- Scalability</a:t>
            </a:r>
          </a:p>
          <a:p>
            <a:r>
              <a:t>- Maintainability</a:t>
            </a:r>
          </a:p>
          <a:p>
            <a:r>
              <a:t>Core Concepts:</a:t>
            </a:r>
          </a:p>
          <a:p>
            <a:r>
              <a:t>1. Class</a:t>
            </a:r>
          </a:p>
          <a:p>
            <a:r>
              <a:t>2. Object</a:t>
            </a:r>
          </a:p>
          <a:p>
            <a:r>
              <a:t>3. Encapsulation</a:t>
            </a:r>
          </a:p>
          <a:p>
            <a:r>
              <a:t>4. Inheritance</a:t>
            </a:r>
          </a:p>
          <a:p>
            <a:r>
              <a:t>5. Polymorphism</a:t>
            </a:r>
          </a:p>
          <a:p>
            <a:r>
              <a:t>6. Abstraction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Class and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Class:</a:t>
            </a:r>
          </a:p>
          <a:p>
            <a:r>
              <a:t>- Blueprint for creating objects.</a:t>
            </a:r>
          </a:p>
          <a:p>
            <a:r>
              <a:t>- Contains fields (variables) and methods.</a:t>
            </a:r>
          </a:p>
          <a:p>
            <a:r>
              <a:t>Example:</a:t>
            </a:r>
          </a:p>
          <a:p>
            <a:r>
              <a:t>class Car {</a:t>
            </a:r>
          </a:p>
          <a:p>
            <a:r>
              <a:t>    String color;</a:t>
            </a:r>
          </a:p>
          <a:p>
            <a:r>
              <a:t>    void drive() {</a:t>
            </a:r>
          </a:p>
          <a:p>
            <a:r>
              <a:t>        System.out.println("Driving...");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Object:</a:t>
            </a:r>
          </a:p>
          <a:p>
            <a:r>
              <a:t>- Instance of a class.</a:t>
            </a:r>
          </a:p>
          <a:p>
            <a:r>
              <a:t>Example:</a:t>
            </a:r>
          </a:p>
          <a:p>
            <a:r>
              <a:t>Car c1 = new Car();</a:t>
            </a:r>
          </a:p>
          <a:p>
            <a:r>
              <a:t>c1.color = "Red";</a:t>
            </a:r>
          </a:p>
          <a:p>
            <a:r>
              <a:t>c1.drive();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</a:t>
            </a:r>
          </a:p>
          <a:p>
            <a:r>
              <a:t>- Wrapping data (variables) and methods into a single unit (class).</a:t>
            </a:r>
          </a:p>
          <a:p>
            <a:r>
              <a:t>- Data hiding using private variables and public getters/setters.</a:t>
            </a:r>
          </a:p>
          <a:p/>
          <a:p>
            <a:r>
              <a:t>Example:</a:t>
            </a:r>
          </a:p>
          <a:p>
            <a:r>
              <a:t>class Account {</a:t>
            </a:r>
          </a:p>
          <a:p>
            <a:r>
              <a:t>    private double balance;</a:t>
            </a:r>
          </a:p>
          <a:p/>
          <a:p>
            <a:r>
              <a:t>    public void setBalance(double balance) {</a:t>
            </a:r>
          </a:p>
          <a:p>
            <a:r>
              <a:t>        this.balance = balance;</a:t>
            </a:r>
          </a:p>
          <a:p>
            <a:r>
              <a:t>    }</a:t>
            </a:r>
          </a:p>
          <a:p/>
          <a:p>
            <a:r>
              <a:t>    public double getBalance() {</a:t>
            </a:r>
          </a:p>
          <a:p>
            <a:r>
              <a:t>        return balance;</a:t>
            </a:r>
          </a:p>
          <a:p>
            <a:r>
              <a:t>    }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</a:t>
            </a:r>
          </a:p>
          <a:p>
            <a:r>
              <a:t>- Acquiring properties and behaviors of another class.</a:t>
            </a:r>
          </a:p>
          <a:p>
            <a:r>
              <a:t>- Promotes code reusability.</a:t>
            </a:r>
          </a:p>
          <a:p>
            <a:r>
              <a:t>- Keyword: 'extends'</a:t>
            </a:r>
          </a:p>
          <a:p/>
          <a:p>
            <a:r>
              <a:t>Example:</a:t>
            </a:r>
          </a:p>
          <a:p>
            <a:r>
              <a:t>class Animal {</a:t>
            </a:r>
          </a:p>
          <a:p>
            <a:r>
              <a:t>    void eat() { System.out.println("Eating..."); }</a:t>
            </a:r>
          </a:p>
          <a:p>
            <a:r>
              <a:t>}</a:t>
            </a:r>
          </a:p>
          <a:p/>
          <a:p>
            <a:r>
              <a:t>class Dog extends Animal {</a:t>
            </a:r>
          </a:p>
          <a:p>
            <a:r>
              <a:t>    void bark() { System.out.println("Barking..."); }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</a:t>
            </a:r>
          </a:p>
          <a:p>
            <a:r>
              <a:t>- Ability of an object to take many forms.</a:t>
            </a:r>
          </a:p>
          <a:p>
            <a:r>
              <a:t>Types:</a:t>
            </a:r>
          </a:p>
          <a:p>
            <a:r>
              <a:t>1. Compile-time (Method Overloading)</a:t>
            </a:r>
          </a:p>
          <a:p>
            <a:r>
              <a:t>2. Runtime (Method Overriding)</a:t>
            </a:r>
          </a:p>
          <a:p/>
          <a:p>
            <a:r>
              <a:t>Example:</a:t>
            </a:r>
          </a:p>
          <a:p>
            <a:r>
              <a:t>class Animal {</a:t>
            </a:r>
          </a:p>
          <a:p>
            <a:r>
              <a:t>    void sound() { System.out.println("Animal sound"); }</a:t>
            </a:r>
          </a:p>
          <a:p>
            <a:r>
              <a:t>}</a:t>
            </a:r>
          </a:p>
          <a:p>
            <a:r>
              <a:t>class Dog extends Animal {</a:t>
            </a:r>
          </a:p>
          <a:p>
            <a:r>
              <a:t>    void sound() { System.out.println("Bark"); }</a:t>
            </a:r>
          </a:p>
          <a:p>
            <a:r>
              <a:t>}</a:t>
            </a:r>
          </a:p>
          <a:p>
            <a:r>
              <a:t>Animal a = new Dog();</a:t>
            </a:r>
          </a:p>
          <a:p>
            <a:r>
              <a:t>a.sound();  // Output: Bark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</a:t>
            </a:r>
          </a:p>
          <a:p>
            <a:r>
              <a:t>- Hiding implementation details and showing only functionality.</a:t>
            </a:r>
          </a:p>
          <a:p>
            <a:r>
              <a:t>- Achieved using abstract classes and interfaces.</a:t>
            </a:r>
          </a:p>
          <a:p/>
          <a:p>
            <a:r>
              <a:t>Example (Abstract Class):</a:t>
            </a:r>
          </a:p>
          <a:p>
            <a:r>
              <a:t>abstract class Shape {</a:t>
            </a:r>
          </a:p>
          <a:p>
            <a:r>
              <a:t>    abstract void draw();</a:t>
            </a:r>
          </a:p>
          <a:p>
            <a:r>
              <a:t>}</a:t>
            </a:r>
          </a:p>
          <a:p>
            <a:r>
              <a:t>class Circle extends Shape {</a:t>
            </a:r>
          </a:p>
          <a:p>
            <a:r>
              <a:t>    void draw() { System.out.println("Drawing Circle"); }</a:t>
            </a:r>
          </a:p>
          <a:p>
            <a:r>
              <a:t>}</a:t>
            </a:r>
          </a:p>
          <a:p/>
          <a:p>
            <a:r>
              <a:t>Example (Interface):</a:t>
            </a:r>
          </a:p>
          <a:p>
            <a:r>
              <a:t>interface Drawable {</a:t>
            </a:r>
          </a:p>
          <a:p>
            <a:r>
              <a:t>    void draw();</a:t>
            </a:r>
          </a:p>
          <a:p>
            <a:r>
              <a:t>}</a:t>
            </a:r>
          </a:p>
          <a:p>
            <a:r>
              <a:t>class Square implements Drawable {</a:t>
            </a:r>
          </a:p>
          <a:p>
            <a:r>
              <a:t>    public void draw() { System.out.println("Drawing Square"); }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Important OOP Keywords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class: Defines a class</a:t>
            </a:r>
          </a:p>
          <a:p>
            <a:r>
              <a:t>- object: Instance of a class</a:t>
            </a:r>
          </a:p>
          <a:p>
            <a:r>
              <a:t>- extends: Used for inheritance</a:t>
            </a:r>
          </a:p>
          <a:p>
            <a:r>
              <a:t>- implements: Used for implementing interfaces</a:t>
            </a:r>
          </a:p>
          <a:p>
            <a:r>
              <a:t>- super: Refers to parent class</a:t>
            </a:r>
          </a:p>
          <a:p>
            <a:r>
              <a:t>- this: Refers to current class instance</a:t>
            </a:r>
          </a:p>
          <a:p>
            <a:r>
              <a:t>- abstract: Defines abstract class/method</a:t>
            </a:r>
          </a:p>
          <a:p>
            <a:r>
              <a:t>- interface: Defines a contract of methods</a:t>
            </a:r>
          </a:p>
          <a:p>
            <a:r>
              <a:t>- final: Used to make variable, method, or class unchangeable</a:t>
            </a:r>
          </a:p>
          <a:p>
            <a:r>
              <a:t>- static: Belongs to class rather than instance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Access Modifiers in Java:</a:t>
            </a:r>
          </a:p>
          <a:p>
            <a:r>
              <a:t>1. public – Accessible everywhere</a:t>
            </a:r>
          </a:p>
          <a:p>
            <a:r>
              <a:t>2. private – Accessible only within the class</a:t>
            </a:r>
          </a:p>
          <a:p>
            <a:r>
              <a:t>3. protected – Accessible within same package and subclasses</a:t>
            </a:r>
          </a:p>
          <a:p>
            <a:r>
              <a:t>4. default – Accessible within the same package only</a:t>
            </a:r>
          </a:p>
          <a:p/>
          <a:p>
            <a:r>
              <a:t>Example:</a:t>
            </a:r>
          </a:p>
          <a:p>
            <a:r>
              <a:t>public class Student {</a:t>
            </a:r>
          </a:p>
          <a:p>
            <a:r>
              <a:t>    private int id;</a:t>
            </a:r>
          </a:p>
          <a:p>
            <a:r>
              <a:t>    protected String name;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Example:</a:t>
            </a:r>
          </a:p>
          <a:p>
            <a:r>
              <a:t>class Vehicle {</a:t>
            </a:r>
          </a:p>
          <a:p>
            <a:r>
              <a:t>    void start() { System.out.println("Vehicle starts"); }</a:t>
            </a:r>
          </a:p>
          <a:p>
            <a:r>
              <a:t>}</a:t>
            </a:r>
          </a:p>
          <a:p/>
          <a:p>
            <a:r>
              <a:t>class Car extends Vehicle {</a:t>
            </a:r>
          </a:p>
          <a:p>
            <a:r>
              <a:t>    void start() { System.out.println("Car starts"); }</a:t>
            </a:r>
          </a:p>
          <a:p>
            <a:r>
              <a:t>}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Vehicle v = new Car(); // Polymorphism</a:t>
            </a:r>
          </a:p>
          <a:p>
            <a:r>
              <a:t>        v.start(); // Output: Car starts</a:t>
            </a:r>
          </a:p>
          <a:p>
            <a:r>
              <a:t>    }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OOP Concepts Recap:</a:t>
            </a:r>
          </a:p>
          <a:p>
            <a:r>
              <a:t>- Class &amp; Object → Building blocks</a:t>
            </a:r>
          </a:p>
          <a:p>
            <a:r>
              <a:t>- Encapsulation → Data protection</a:t>
            </a:r>
          </a:p>
          <a:p>
            <a:r>
              <a:t>- Inheritance → Code reusability</a:t>
            </a:r>
          </a:p>
          <a:p>
            <a:r>
              <a:t>- Polymorphism → Flexibility</a:t>
            </a:r>
          </a:p>
          <a:p>
            <a:r>
              <a:t>- Abstraction → Simplified interface</a:t>
            </a:r>
          </a:p>
          <a:p/>
          <a:p>
            <a:r>
              <a:t>Java OOP makes programs modular, reusable, and easier to maintain.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